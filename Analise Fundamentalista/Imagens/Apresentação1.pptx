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Thiago Ezaki Persiani" initials="TEP" lastIdx="2" clrIdx="0">
    <p:extLst>
      <p:ext uri="{19B8F6BF-5375-455C-9EA6-DF929625EA0E}">
        <p15:presenceInfo xmlns:p15="http://schemas.microsoft.com/office/powerpoint/2012/main" userId="S-1-5-21-348134126-1435070336-2331804325-29216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5C55"/>
    <a:srgbClr val="15B000"/>
    <a:srgbClr val="BCF8C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67" d="100"/>
          <a:sy n="67" d="100"/>
        </p:scale>
        <p:origin x="64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commentAuthors" Target="commentAuthor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D8F0B6-9BE8-4513-A0CD-414D8629B2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66A2724-CC33-41CD-A50F-6FFA70F63B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4E02908-FC76-4E37-B43C-8E606BB1A9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26AEC2-7D35-43DD-9559-5900D89D553B}" type="datetimeFigureOut">
              <a:rPr lang="pt-BR" smtClean="0"/>
              <a:t>17/10/2022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9A4FAE0-B9E2-4DBB-B644-3C72AEBD66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B29ECC5-2B45-42E2-89C9-876B7B9EAF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18B20-5707-4C10-802F-8499135E5A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462920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26CA10-034B-4BBC-B94C-CF16BB0DB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9363119-DFD8-401D-B6EA-BF73BAB6DF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EA67AC3-85E8-48AA-807D-35E3F3BD6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26AEC2-7D35-43DD-9559-5900D89D553B}" type="datetimeFigureOut">
              <a:rPr lang="pt-BR" smtClean="0"/>
              <a:t>17/10/2022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BA495B7-FD59-457E-B849-595F65AE3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F63E9A5-559F-42CD-A981-F2A099277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18B20-5707-4C10-802F-8499135E5A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44142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AE2FA6E-8E6B-4885-868B-9DB96138FF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A8B6CDB5-09DF-41DA-8574-D079471F4C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E0EC5B9-1286-4CB1-8463-F1AE4469B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26AEC2-7D35-43DD-9559-5900D89D553B}" type="datetimeFigureOut">
              <a:rPr lang="pt-BR" smtClean="0"/>
              <a:t>17/10/2022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DE328BB-BE8F-4756-8736-251F38B2C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6590937-D93C-4C38-BAB8-752BD5FAF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18B20-5707-4C10-802F-8499135E5A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42968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CC2FB7-F693-463E-B61B-29F2C86A8B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70F790F-A601-436E-A48C-76BF130BC7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1E81D02C-0D3D-482E-8A17-BD971AAF6E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88F4086-42C9-4762-B244-2068C73E5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26AEC2-7D35-43DD-9559-5900D89D553B}" type="datetimeFigureOut">
              <a:rPr lang="pt-BR" smtClean="0"/>
              <a:t>17/10/2022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A920F3F-DAB2-4BE9-8BB8-3765157D8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8A3C692-84C3-4B2D-B0F3-B48FAA8F3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18B20-5707-4C10-802F-8499135E5A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38075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9EAF45-80EB-47FF-AB33-A27EBF8097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67F43FB-862F-4680-B3A6-233C81993B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4A92FB06-A944-4D0B-8F7F-8F2A3F7F52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3963F1AF-3668-4765-AE81-15C339DEC53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2102E4F5-32AC-43BA-AA9B-9A409EB9EEC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B5ED6F80-849A-4B5D-AF57-F568E2A38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26AEC2-7D35-43DD-9559-5900D89D553B}" type="datetimeFigureOut">
              <a:rPr lang="pt-BR" smtClean="0"/>
              <a:t>17/10/2022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AC50BAB5-AC2E-4D8C-AFB5-CB568903D4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C65E54F9-74CF-4749-BC0C-B3392319D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18B20-5707-4C10-802F-8499135E5A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43721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4D911B4-834E-4540-B960-A38F8089D1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E16CEB5D-7CA7-4DBF-B47F-223C0B9359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26AEC2-7D35-43DD-9559-5900D89D553B}" type="datetimeFigureOut">
              <a:rPr lang="pt-BR" smtClean="0"/>
              <a:t>17/10/2022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5E1E009D-FC37-4574-9F02-1C004187B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11DFFC5A-7AF4-4C7E-B6DA-0BFBBAE94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18B20-5707-4C10-802F-8499135E5A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6609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769260CD-7351-401F-97EC-A000696935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26AEC2-7D35-43DD-9559-5900D89D553B}" type="datetimeFigureOut">
              <a:rPr lang="pt-BR" smtClean="0"/>
              <a:t>17/10/2022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D73D4B72-DBDC-4F49-86A2-322A46A65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AB3246C-48A6-497A-99D2-696E7D36C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18B20-5707-4C10-802F-8499135E5A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242094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FA3518-C8FE-4CB8-9CC2-DF82E15483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573CEBD-347D-4FE3-A3DF-362250FB95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7473E8A-9737-477F-9EAA-8AB3D3AC4D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A455AA1-855E-4907-981F-D017960944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26AEC2-7D35-43DD-9559-5900D89D553B}" type="datetimeFigureOut">
              <a:rPr lang="pt-BR" smtClean="0"/>
              <a:t>17/10/2022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CA1C31C-DAA4-47AE-A298-B9505A0C8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367FC84A-F3F6-46B0-A569-E8B27E1D0B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18B20-5707-4C10-802F-8499135E5A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928266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758686-2185-4672-8CBF-31E02C455F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8A877A66-E1C3-4AFC-AD14-1902741F576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045E5EE-FBE4-484A-B811-97ECBEE150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1AC1B3A-9F7E-4B99-9715-048F3DE5E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26AEC2-7D35-43DD-9559-5900D89D553B}" type="datetimeFigureOut">
              <a:rPr lang="pt-BR" smtClean="0"/>
              <a:t>17/10/2022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56E28AD-6930-4420-B406-B024FD9E3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A9D939E-2C7A-46D2-A382-FF631FE678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18B20-5707-4C10-802F-8499135E5A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94060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88A9D7-8763-4216-8E49-99181F943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7C48289A-52D0-4AD0-9BC7-C39E702818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AD48CAE-90B9-4170-92FA-D94156915B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26AEC2-7D35-43DD-9559-5900D89D553B}" type="datetimeFigureOut">
              <a:rPr lang="pt-BR" smtClean="0"/>
              <a:t>17/10/2022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DA67274-2BDB-4C01-AAE4-83B4082EC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7FE9162-C346-47E6-B95E-04DD054CA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18B20-5707-4C10-802F-8499135E5A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371580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8813752C-4C62-439F-93B7-9CCEEE64BB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8D4BE3AD-5205-452A-8932-32734F315A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8F11BCB-5689-43EB-945C-E1F3AA6310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26AEC2-7D35-43DD-9559-5900D89D553B}" type="datetimeFigureOut">
              <a:rPr lang="pt-BR" smtClean="0"/>
              <a:t>17/10/2022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ACD2885-9E6F-4D89-BA67-D3A0B2FC65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14F5FC6-87EB-4AD9-A508-1B334B15B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18B20-5707-4C10-802F-8499135E5A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11656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BFDFE46-E7D0-414F-AC55-DEF5AADF4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50FEAE9-A2FC-4B0E-A87E-1A853FCD17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1C3E72E-790A-4EA9-9A92-8B001DADAE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26AEC2-7D35-43DD-9559-5900D89D553B}" type="datetimeFigureOut">
              <a:rPr lang="pt-BR" smtClean="0"/>
              <a:t>17/10/2022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1363E1B-A375-486B-9AC9-856B071B9A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5848642-2947-4A8D-9CC6-ED1D5B984A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418B20-5707-4C10-802F-8499135E5A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942819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24E54E-155C-4435-8155-498F6A8D348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C88E8BD-443F-4CAC-80B1-E012E58BA73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16D6C4C-4EAB-4AED-8C90-C75CB11E93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6900" y="-25400"/>
            <a:ext cx="10325100" cy="6883400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FAAA55B7-38F6-43F3-8332-63DC5C566B9F}"/>
              </a:ext>
            </a:extLst>
          </p:cNvPr>
          <p:cNvSpPr/>
          <p:nvPr/>
        </p:nvSpPr>
        <p:spPr>
          <a:xfrm>
            <a:off x="1" y="-25400"/>
            <a:ext cx="1866899" cy="6883400"/>
          </a:xfrm>
          <a:prstGeom prst="rect">
            <a:avLst/>
          </a:prstGeom>
          <a:gradFill>
            <a:gsLst>
              <a:gs pos="39224">
                <a:schemeClr val="tx1"/>
              </a:gs>
              <a:gs pos="200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770EE041-4015-47E1-BF27-2329EAAD30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269" y="2561408"/>
            <a:ext cx="696363" cy="696363"/>
          </a:xfrm>
          <a:prstGeom prst="rect">
            <a:avLst/>
          </a:prstGeom>
        </p:spPr>
      </p:pic>
      <p:pic>
        <p:nvPicPr>
          <p:cNvPr id="10" name="Imagem 9" descr="Análise Técnica">
            <a:extLst>
              <a:ext uri="{FF2B5EF4-FFF2-40B4-BE49-F238E27FC236}">
                <a16:creationId xmlns:a16="http://schemas.microsoft.com/office/drawing/2014/main" id="{0CAFBBBB-A4BF-4CCA-AA31-2BE90247E9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068" y="3993845"/>
            <a:ext cx="760745" cy="760745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23B1000A-057B-4B20-A7E8-BBE76D216E1A}"/>
              </a:ext>
            </a:extLst>
          </p:cNvPr>
          <p:cNvSpPr txBox="1"/>
          <p:nvPr/>
        </p:nvSpPr>
        <p:spPr>
          <a:xfrm>
            <a:off x="261732" y="3686068"/>
            <a:ext cx="15289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>
                <a:solidFill>
                  <a:schemeClr val="bg1"/>
                </a:solidFill>
              </a:rPr>
              <a:t>Análise Técnica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FC0BADB2-2F3B-49A5-8064-9277A0547A97}"/>
              </a:ext>
            </a:extLst>
          </p:cNvPr>
          <p:cNvSpPr txBox="1"/>
          <p:nvPr/>
        </p:nvSpPr>
        <p:spPr>
          <a:xfrm>
            <a:off x="261731" y="1912799"/>
            <a:ext cx="15289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>
                <a:solidFill>
                  <a:schemeClr val="bg1"/>
                </a:solidFill>
              </a:rPr>
              <a:t>Análise Fundamentalista</a:t>
            </a:r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52B668D6-8F17-4B46-B415-EB77DE2EA92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103" y="460272"/>
            <a:ext cx="776215" cy="776215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D0486CFD-323C-4A90-A8C8-ADF21515D39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611" y="6078536"/>
            <a:ext cx="484189" cy="484189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C6CC5779-4977-4F40-BAE6-7DAD438FC57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037" y="5334000"/>
            <a:ext cx="522288" cy="522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72484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4826">
              <a:srgbClr val="51C250"/>
            </a:gs>
            <a:gs pos="21000">
              <a:srgbClr val="92D050"/>
            </a:gs>
            <a:gs pos="6000">
              <a:schemeClr val="accent1">
                <a:lumMod val="5000"/>
                <a:lumOff val="95000"/>
              </a:schemeClr>
            </a:gs>
            <a:gs pos="16000">
              <a:schemeClr val="accent6">
                <a:lumMod val="40000"/>
                <a:lumOff val="60000"/>
              </a:schemeClr>
            </a:gs>
            <a:gs pos="70000">
              <a:srgbClr val="015C55"/>
            </a:gs>
            <a:gs pos="52000">
              <a:srgbClr val="00B050"/>
            </a:gs>
            <a:gs pos="100000">
              <a:srgbClr val="BCF8CA"/>
            </a:gs>
          </a:gsLst>
          <a:path path="circle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25F10DA2-09A3-418A-AC35-5330FDA86903}"/>
              </a:ext>
            </a:extLst>
          </p:cNvPr>
          <p:cNvSpPr/>
          <p:nvPr/>
        </p:nvSpPr>
        <p:spPr>
          <a:xfrm>
            <a:off x="1" y="-25400"/>
            <a:ext cx="1866899" cy="6883400"/>
          </a:xfrm>
          <a:prstGeom prst="rect">
            <a:avLst/>
          </a:prstGeom>
          <a:gradFill flip="none" rotWithShape="1">
            <a:gsLst>
              <a:gs pos="0">
                <a:srgbClr val="BCF8CA"/>
              </a:gs>
              <a:gs pos="34000">
                <a:srgbClr val="15B000"/>
              </a:gs>
              <a:gs pos="83000">
                <a:srgbClr val="015C55"/>
              </a:gs>
              <a:gs pos="100000">
                <a:schemeClr val="accent1">
                  <a:lumMod val="30000"/>
                  <a:lumOff val="7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0" name="Imagem 9" descr="Análise Técnica">
            <a:extLst>
              <a:ext uri="{FF2B5EF4-FFF2-40B4-BE49-F238E27FC236}">
                <a16:creationId xmlns:a16="http://schemas.microsoft.com/office/drawing/2014/main" id="{09B09FA8-419A-4333-9A76-59FAC984BA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573" y="2272308"/>
            <a:ext cx="760745" cy="760745"/>
          </a:xfrm>
          <a:prstGeom prst="rect">
            <a:avLst/>
          </a:prstGeom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E98A521B-DC3C-49F4-8947-8BB00C755689}"/>
              </a:ext>
            </a:extLst>
          </p:cNvPr>
          <p:cNvSpPr txBox="1"/>
          <p:nvPr/>
        </p:nvSpPr>
        <p:spPr>
          <a:xfrm>
            <a:off x="226228" y="1907381"/>
            <a:ext cx="15289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>
                <a:solidFill>
                  <a:schemeClr val="bg1"/>
                </a:solidFill>
              </a:rPr>
              <a:t>Análise Técnica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58BA70E8-2AF5-41A8-833B-3C9ACCAA40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71" y="462800"/>
            <a:ext cx="1357648" cy="950354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FA015A4C-7A0F-44BE-AD1A-1804E17EEF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611" y="6078536"/>
            <a:ext cx="484189" cy="484189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D2BA8251-41DB-4D7B-8633-FF42A9EFF31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037" y="5334000"/>
            <a:ext cx="522288" cy="522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16405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015C55"/>
        </a:solidFill>
        <a:effectLst>
          <a:outerShdw blurRad="50800" dist="38100" dir="5400000" algn="t" rotWithShape="0">
            <a:prstClr val="black">
              <a:alpha val="40000"/>
            </a:prstClr>
          </a:outerShdw>
        </a:effectLst>
      </a:spPr>
      <a:bodyPr rtlCol="0" anchor="ctr"/>
      <a:lstStyle>
        <a:defPPr algn="ctr">
          <a:defRPr/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</TotalTime>
  <Words>6</Words>
  <Application>Microsoft Office PowerPoint</Application>
  <PresentationFormat>Widescreen</PresentationFormat>
  <Paragraphs>3</Paragraphs>
  <Slides>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Tema do Office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Thiago Ezaki Persiani</dc:creator>
  <cp:lastModifiedBy>Thiago Ezaki Persiani</cp:lastModifiedBy>
  <cp:revision>16</cp:revision>
  <dcterms:created xsi:type="dcterms:W3CDTF">2022-09-15T18:20:49Z</dcterms:created>
  <dcterms:modified xsi:type="dcterms:W3CDTF">2022-10-18T01:06:12Z</dcterms:modified>
</cp:coreProperties>
</file>